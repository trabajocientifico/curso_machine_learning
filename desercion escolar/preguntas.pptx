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7E5B4-E2CE-E605-B763-6DB06BCEF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6D582-360C-6AA1-7605-4524EF4BF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23447C-094B-C340-92F0-6A7B4024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A37BAF-732D-5C40-3746-D2E42B16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9A63B8-2729-D12D-8313-E5E9AC3D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4665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407E8-A387-3B00-EFDB-25459C46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E77657-BCA3-3B80-CAC9-C3115C96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7F0506-67A0-6AA5-0C04-5FA34286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0F81BD-25F2-05EA-7B79-6A6D3CA6C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AA57DA-4FB1-3F5D-633C-C1720FC2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60664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915A0-3044-57C5-B5E9-D6B63671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4D6EDA-5655-7DAE-C511-56AF81A5C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4C1891-8DEA-82D1-2E74-58DFC0D6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0642A2-5AA6-3334-E549-1AC2D972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E7D6C9-6FC8-81FA-D723-CA59D86C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4229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C0BB-1C8F-AED3-2019-8889D5F0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3BEC92-FA1C-9243-409F-5D437AA22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C54C96-EE84-8CE3-B2EC-A3BEE9008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6C2772-61CC-C8C8-2EE1-ED2E6C76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2FF90A-EFA5-E366-D0F5-8AF9FB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B59F1-4C56-BD51-113E-C92033EC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6276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D542A-ABA3-33A5-9FEA-0F28D4A2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1A8CBF-2062-D366-458D-AD328C383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B9C8C2-360D-198A-EC41-2F5E224C1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26CC9D-8729-E903-1B84-DA03FCAEA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B9CC6C9-5D5C-6A1D-26F8-AFF6D512E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D16EFF-9D6F-CE3F-B3F6-8A0B2234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7544B6-AA19-CE79-77D4-86F97557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1C57AE-7541-11D1-292B-F76EBDD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999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70068-EEA9-5726-F678-22BF8397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F7585A-A10F-710D-E0D4-9E686383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BF3423-D87D-E8AF-7550-885E6C64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205350-3009-BBBD-EABD-A1C170EA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5746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26F83C-2756-7655-4ABE-C35FDF15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3E49F5-5D53-303A-D573-E2D0512E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06010E-E900-51D4-3F62-B0A10D50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0876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727F-82A0-17EE-11F8-3826FFE9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9F445-434F-4EAB-BE72-7484E987F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6134F1-FE16-D311-D403-542CCFB76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518037-3D7F-2863-C49F-7AAAC644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AB1613-08FC-08B6-6886-DC335B3C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EE33BC-E653-3D07-2863-95718823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9898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1EC0D-1D28-81DC-E395-8F694D9E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D234AC-BD82-0EAE-4187-5C103B9C1F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899494-AADB-20AF-6B8F-0A792CD86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F2A2C1-D118-ABD1-26E7-A5D5976D7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667DF6-20D1-72D7-A081-CF73C48B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C30E65-5676-CE13-6E39-EC6F4EB8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7983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42D13-1AE6-E344-817F-079383AC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0B4055-07C0-163E-2A75-381B4EA70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B8F4EA-D26C-803E-E670-F81288BE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37409B-515A-9B2F-5056-CA7D275F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1358ED-DCC2-697D-515C-C9F62EAA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9199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248A07-0F97-98D0-066F-16E7A0379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9F5406-D9E1-AFC0-4950-680A5C157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0B73EB-F52F-89B5-25DE-EDD1B5FA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0AD8C-1717-9AB7-5724-281D36E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7C6445-269E-D292-F3B3-409F9010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0064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705AF3-E6BE-B002-B075-C73FBBEC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972BDB-7201-2902-26A6-52DFCEE24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A1E4C3-D9F0-1021-EFC5-4A3387346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E84D2-68A7-48ED-8C62-E96CF72CCB72}" type="datetimeFigureOut">
              <a:rPr lang="es-US" smtClean="0"/>
              <a:t>10/24/2026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913329-59AE-1317-41CF-9548D0D7C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3A43F1-C7CB-6034-BD6D-8544B2A06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6E2C6-0C21-49F3-A855-F1012CC3F0B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8340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757680A-CAB9-A701-95DB-7ED0BAB1DE7B}"/>
              </a:ext>
            </a:extLst>
          </p:cNvPr>
          <p:cNvSpPr txBox="1"/>
          <p:nvPr/>
        </p:nvSpPr>
        <p:spPr>
          <a:xfrm>
            <a:off x="527304" y="1388977"/>
            <a:ext cx="111373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1. La Secretaría de Educación quiere asignar tutorías antes del Saber 11. ¿Qué puntaje en la prueba diagnóstica se espera de cada estudiante y qué modelo lo predice con menor error? Se comparan con MAE, RMSE y R². Hay una regla explícita: no usar deserto como predictora, porque ocurre después de la prueba y eso sería fuga de información.</a:t>
            </a:r>
          </a:p>
          <a:p>
            <a:endParaRPr lang="es-ES" sz="2400" b="1" dirty="0"/>
          </a:p>
          <a:p>
            <a:r>
              <a:rPr lang="es-ES" sz="2400" b="1" dirty="0"/>
              <a:t>2. Un programa de alerta temprana tiene 1.500 cupos. ¿Qué estudiantes tienen mayor riesgo de desertar y qué modelo los identifica mejor? Se comparan con la matriz de confusión, la precisión, la sensibilidad (</a:t>
            </a:r>
            <a:r>
              <a:rPr lang="es-ES" sz="2400" b="1" dirty="0" err="1"/>
              <a:t>recall</a:t>
            </a:r>
            <a:r>
              <a:rPr lang="es-ES" sz="2400" b="1" dirty="0"/>
              <a:t>), F1 y AUC. Además deben explicar por qué la exactitud engaña cuando solo el 12 % deserta, elegir el umbral según el cupo y discutir qué dicen los resultados sobre el PAE y las transferencias.</a:t>
            </a:r>
            <a:endParaRPr lang="es-US" sz="2400" b="1" dirty="0"/>
          </a:p>
        </p:txBody>
      </p:sp>
    </p:spTree>
    <p:extLst>
      <p:ext uri="{BB962C8B-B14F-4D97-AF65-F5344CB8AC3E}">
        <p14:creationId xmlns:p14="http://schemas.microsoft.com/office/powerpoint/2010/main" val="1493883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Ivan Vargas Pineda</dc:creator>
  <cp:lastModifiedBy>Oscar Ivan Vargas Pineda</cp:lastModifiedBy>
  <cp:revision>1</cp:revision>
  <dcterms:created xsi:type="dcterms:W3CDTF">2026-10-27T04:32:46Z</dcterms:created>
  <dcterms:modified xsi:type="dcterms:W3CDTF">2026-10-27T04:33:07Z</dcterms:modified>
</cp:coreProperties>
</file>